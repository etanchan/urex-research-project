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707" r:id="rId2"/>
    <p:sldMasterId id="2147483720" r:id="rId3"/>
  </p:sldMasterIdLst>
  <p:notesMasterIdLst>
    <p:notesMasterId r:id="rId26"/>
  </p:notesMasterIdLst>
  <p:sldIdLst>
    <p:sldId id="256" r:id="rId4"/>
    <p:sldId id="269" r:id="rId5"/>
    <p:sldId id="270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5" r:id="rId15"/>
    <p:sldId id="280" r:id="rId16"/>
    <p:sldId id="281" r:id="rId17"/>
    <p:sldId id="283" r:id="rId18"/>
    <p:sldId id="284" r:id="rId19"/>
    <p:sldId id="287" r:id="rId20"/>
    <p:sldId id="286" r:id="rId21"/>
    <p:sldId id="292" r:id="rId22"/>
    <p:sldId id="293" r:id="rId23"/>
    <p:sldId id="290" r:id="rId24"/>
    <p:sldId id="291" r:id="rId25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4" autoAdjust="0"/>
    <p:restoredTop sz="94467"/>
  </p:normalViewPr>
  <p:slideViewPr>
    <p:cSldViewPr>
      <p:cViewPr varScale="1">
        <p:scale>
          <a:sx n="87" d="100"/>
          <a:sy n="87" d="100"/>
        </p:scale>
        <p:origin x="2140" y="3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7077CC8-28D7-419B-AFB3-DD18205363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40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206683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193413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339420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170380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84971-4E7E-49CD-A58B-4D6798B16E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40824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6791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32631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421362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48039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163230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SG" altLang="en-US"/>
              <a:t>CG2271 Lab Lecture 5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6DC585-B3F4-4B1B-8C67-9C227CDAE8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8B9D5-0321-4243-8ED9-54D29AAF37E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48AF77-D65C-4E9E-B478-17E3FD86D81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78A42F-32DF-4555-A3D9-B208AC03E8B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D7119-D0B9-434A-965E-B7C4A460BE3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56026C-F7A5-4BDA-898E-B00A800C5FF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67EED0-2586-40FE-805F-5628AC864DA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7E0452-540F-4E7F-8F1B-B48A49509A5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ED2E85-14B5-41B8-BB68-5CCA814DB1A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9D4C96A0-4412-4C95-B2BA-559D798589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3810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629400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553200"/>
            <a:ext cx="1905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r>
              <a:rPr lang="en-US" altLang="en-US"/>
              <a:t>CG2271 Lab Lecture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40BAAAD-52D6-4FB3-AB55-71C64A1E2A0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Lab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CG2271 Real Time Operating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Lab Lecture 5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PWM Programming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(Reference Guide Chapter 29)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16860A-B2FE-88A4-5442-000AD1C2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D06690-20D4-5527-26DD-E2A0FB321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5  </a:t>
            </a:r>
            <a:r>
              <a:rPr lang="en-SG"/>
              <a:t>–  PWM </a:t>
            </a:r>
            <a:r>
              <a:rPr lang="en-SG" dirty="0"/>
              <a:t>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9B28C-29CC-34C1-E4FF-9D7E68269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1E71-4AE7-D35A-572E-190C3CA3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434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7E1BF8-1E92-2FE0-C875-62A48538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6E9A28-2AD0-2D0E-6B73-EA6AC1332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three Timer/PWM Modules (TPMs) produce a total of 10 PWM outputs (See next slide)</a:t>
            </a:r>
          </a:p>
          <a:p>
            <a:pPr lvl="1"/>
            <a:r>
              <a:rPr lang="en-SG" dirty="0"/>
              <a:t>PWM signals can either be edge-aligned or centre aligned.</a:t>
            </a:r>
          </a:p>
          <a:p>
            <a:pPr lvl="1"/>
            <a:r>
              <a:rPr lang="en-SG" dirty="0"/>
              <a:t>Equivalent to the ATMega328P’s fast PWM and phase-correct PWM respectively.</a:t>
            </a:r>
          </a:p>
          <a:p>
            <a:r>
              <a:rPr lang="en-SG" dirty="0"/>
              <a:t>Most of what we need to know about the TPMs was already covered in Lab Lecture 4.</a:t>
            </a:r>
          </a:p>
          <a:p>
            <a:pPr lvl="1"/>
            <a:r>
              <a:rPr lang="en-SG" dirty="0"/>
              <a:t>Please view that lecture first if you’ve not already done so.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38906-C844-7DDD-ABDE-A4BCF73A8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BE5D3-4E66-6879-D57C-C34D82C8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5</a:t>
            </a:r>
          </a:p>
        </p:txBody>
      </p:sp>
    </p:spTree>
    <p:extLst>
      <p:ext uri="{BB962C8B-B14F-4D97-AF65-F5344CB8AC3E}">
        <p14:creationId xmlns:p14="http://schemas.microsoft.com/office/powerpoint/2010/main" val="261363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82E2-9A50-132C-C99E-81BA5B1A6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PWM Pin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1140C-89E7-4664-1ABA-6E9715862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381CB-B4EA-8591-7FD7-E597588E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D05FB5-769F-8599-0D07-E4F21F802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42" y="1020146"/>
            <a:ext cx="6095715" cy="539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EB686-968C-1311-5D68-ADD4225FD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0FBDD8-9A08-A2D2-2EF0-5E627073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up the </a:t>
            </a:r>
            <a:r>
              <a:rPr lang="en-SG" dirty="0" err="1"/>
              <a:t>pwm</a:t>
            </a:r>
            <a:endParaRPr lang="en-SG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3C0FBE-46D5-9B30-EEE4-315AED141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5  </a:t>
            </a:r>
            <a:r>
              <a:rPr lang="en-SG"/>
              <a:t>–  PWM </a:t>
            </a:r>
            <a:r>
              <a:rPr lang="en-SG" dirty="0"/>
              <a:t>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D7E8F-9F3C-F97F-9F4E-8973DB8D2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FF4C-9B3F-95A8-DB51-571FE96EE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7814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AFEC63-FB8B-AEED-1033-1F647B49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Basic TPM Setup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359FD2-1B78-4EFC-CEB4-A85AEE22F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will now look at how to drive PTE21.</a:t>
            </a:r>
          </a:p>
          <a:p>
            <a:pPr lvl="1"/>
            <a:r>
              <a:rPr lang="en-SG" dirty="0"/>
              <a:t>This is available on the FRDM-MCXC444 board header.</a:t>
            </a:r>
          </a:p>
          <a:p>
            <a:pPr lvl="2"/>
            <a:r>
              <a:rPr lang="en-SG" dirty="0"/>
              <a:t>Corresponds to TPM1_CH1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9133C-7E94-266C-2AD1-EB6583A0D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92CF2-55FA-832D-8E3D-B1B33E51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881A7C-577E-DA42-73DA-24DD08A0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65050"/>
            <a:ext cx="4854361" cy="27663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919076-4A3E-344C-254C-742D1DAD0527}"/>
              </a:ext>
            </a:extLst>
          </p:cNvPr>
          <p:cNvSpPr/>
          <p:nvPr/>
        </p:nvSpPr>
        <p:spPr>
          <a:xfrm>
            <a:off x="3581400" y="5486400"/>
            <a:ext cx="304800" cy="3048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743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100B3-0D35-3D9D-D7B8-34DDB229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Basic TPM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598CD-57C8-428D-4DDB-3877DFD3C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Steps from Lab Lecture 4:</a:t>
            </a:r>
          </a:p>
          <a:p>
            <a:pPr lvl="1"/>
            <a:r>
              <a:rPr lang="en-SG" dirty="0"/>
              <a:t>1. Set up Multipurpose Clock Generator (MCG) to produce an 8 MHz clock rate.</a:t>
            </a:r>
          </a:p>
          <a:p>
            <a:pPr lvl="1"/>
            <a:r>
              <a:rPr lang="en-SG" dirty="0"/>
              <a:t>2. Set up the TPM clock source in SIM_SOPT2.</a:t>
            </a:r>
          </a:p>
          <a:p>
            <a:pPr lvl="1"/>
            <a:r>
              <a:rPr lang="en-SG" dirty="0"/>
              <a:t>3. Clear the PS bits.</a:t>
            </a:r>
          </a:p>
          <a:p>
            <a:pPr lvl="1"/>
            <a:r>
              <a:rPr lang="en-SG" dirty="0"/>
              <a:t>4. Set the PS bits to 0x7 (128) and the TOIE bit if necessary.</a:t>
            </a:r>
          </a:p>
          <a:p>
            <a:pPr lvl="1"/>
            <a:r>
              <a:rPr lang="en-SG" dirty="0"/>
              <a:t>5. Clear </a:t>
            </a:r>
            <a:r>
              <a:rPr lang="en-SG" dirty="0" err="1"/>
              <a:t>TPMx_CNT</a:t>
            </a:r>
            <a:r>
              <a:rPr lang="en-SG" dirty="0"/>
              <a:t>.</a:t>
            </a:r>
          </a:p>
          <a:p>
            <a:pPr lvl="1"/>
            <a:r>
              <a:rPr lang="en-SG" dirty="0"/>
              <a:t>6. Set </a:t>
            </a:r>
            <a:r>
              <a:rPr lang="en-SG" dirty="0" err="1"/>
              <a:t>TPMx_MOD</a:t>
            </a:r>
            <a:r>
              <a:rPr lang="en-SG" dirty="0"/>
              <a:t> to determine PWM frequency. (see next page)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63BF7-35B7-83B8-8F7B-06E5A0871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4447D-8320-85DD-4934-B437D270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145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C746-CCF3-1772-40C5-E5C7A374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PWM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416EE-2AFF-E622-7F41-59208F873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To simplify matters we will set a </a:t>
            </a:r>
            <a:r>
              <a:rPr lang="en-SG" dirty="0" err="1"/>
              <a:t>prescalar</a:t>
            </a:r>
            <a:r>
              <a:rPr lang="en-SG" dirty="0"/>
              <a:t> of 128.</a:t>
            </a:r>
          </a:p>
          <a:p>
            <a:r>
              <a:rPr lang="en-SG" dirty="0"/>
              <a:t>We use the </a:t>
            </a:r>
            <a:r>
              <a:rPr lang="en-SG" dirty="0" err="1"/>
              <a:t>TPMx_MOD</a:t>
            </a:r>
            <a:r>
              <a:rPr lang="en-SG" dirty="0"/>
              <a:t> modulo to set the PWM frequency:</a:t>
            </a:r>
          </a:p>
          <a:p>
            <a:pPr lvl="1"/>
            <a:r>
              <a:rPr lang="en-SG" dirty="0"/>
              <a:t>Too low: LED flickers, increased motor noise, etc.</a:t>
            </a:r>
          </a:p>
          <a:p>
            <a:pPr lvl="1"/>
            <a:r>
              <a:rPr lang="en-SG" dirty="0"/>
              <a:t>Too high: Increased power consumption due to switching losses.</a:t>
            </a:r>
          </a:p>
          <a:p>
            <a:r>
              <a:rPr lang="en-SG" dirty="0"/>
              <a:t>We will not worry too much about switching losses, so we choose a PWM frequency of 250 Hz.</a:t>
            </a:r>
          </a:p>
          <a:p>
            <a:pPr lvl="1"/>
            <a:r>
              <a:rPr lang="en-SG" dirty="0"/>
              <a:t>This will give us very nice smooth operations.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FCF2A-62E1-D693-0DDD-6BB33054C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39AA-1563-8598-994D-E51C3E6DE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16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438CC-2240-4223-3120-0F6E40D8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PWM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097D-DF66-E8DC-9C26-CFDCA593DE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Settings:</a:t>
                </a:r>
              </a:p>
              <a:p>
                <a:pPr lvl="1"/>
                <a:r>
                  <a:rPr lang="en-SG" dirty="0"/>
                  <a:t>TPM Clock Rate: 8 MHz (from MCG)</a:t>
                </a:r>
              </a:p>
              <a:p>
                <a:pPr lvl="1"/>
                <a:r>
                  <a:rPr lang="en-SG" dirty="0" err="1"/>
                  <a:t>Prescalar</a:t>
                </a:r>
                <a:r>
                  <a:rPr lang="en-SG" dirty="0"/>
                  <a:t> Setting: 128</a:t>
                </a:r>
              </a:p>
              <a:p>
                <a:pPr lvl="1"/>
                <a:r>
                  <a:rPr lang="en-SG" dirty="0" err="1"/>
                  <a:t>TPMx_CNT</a:t>
                </a:r>
                <a:r>
                  <a:rPr lang="en-SG" dirty="0"/>
                  <a:t> update period (</a:t>
                </a:r>
                <a:r>
                  <a:rPr lang="en-SG" dirty="0" err="1"/>
                  <a:t>ms</a:t>
                </a:r>
                <a:r>
                  <a:rPr lang="en-SG" dirty="0"/>
                  <a:t>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8000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en-SG" dirty="0"/>
              </a:p>
              <a:p>
                <a:pPr lvl="1"/>
                <a:r>
                  <a:rPr lang="en-SG" dirty="0"/>
                  <a:t>PWM period (</a:t>
                </a:r>
                <a:r>
                  <a:rPr lang="en-SG" dirty="0" err="1"/>
                  <a:t>ms</a:t>
                </a:r>
                <a:r>
                  <a:rPr lang="en-SG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250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SG" dirty="0"/>
              </a:p>
              <a:p>
                <a:r>
                  <a:rPr lang="en-SG" dirty="0"/>
                  <a:t>Note that we are using centre aligned PWM (see later), which gives us half the frequency.</a:t>
                </a:r>
              </a:p>
              <a:p>
                <a:pPr lvl="1"/>
                <a:r>
                  <a:rPr lang="en-SG" dirty="0"/>
                  <a:t>So </a:t>
                </a:r>
                <a:r>
                  <a:rPr lang="en-SG" dirty="0" err="1"/>
                  <a:t>TPMx_MOD</a:t>
                </a:r>
                <a:r>
                  <a:rPr lang="en-SG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0.016×2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SG" dirty="0"/>
                  <a:t> 125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B097D-DF66-E8DC-9C26-CFDCA593DE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3" t="-1444" r="-11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2074E-91B6-8F9F-EA6A-1A254F57F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96596-1DDD-A9C7-B08A-33577160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7905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384E-E717-3FC8-F00C-2AD710AA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Full Basic Setup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C4F9C-A0C0-A8DB-63E3-E00A43BA7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Set up MCG and TPM Clock 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C3D3-7C6B-B496-A95F-3DF93BCFC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55E21-6EA1-AE93-FA72-65AB37D9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7B276-3F9F-2E81-D892-5864E7AB8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72" y="1904999"/>
            <a:ext cx="4602528" cy="3528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D348CF-20F9-E891-2633-21D9BC16E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176" y="2209800"/>
            <a:ext cx="3802224" cy="198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56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81F98-4890-32F3-3F40-9CA9C284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Full Basic Setup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C6146-33DB-3E95-32A8-624F3DABC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Set up TPM1 (since PTE21 is connected to it)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0E0D6-9400-5067-6F61-A30306F0F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66032-9319-0FB7-EC79-6F8200B1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52DB2-E49D-1440-5136-F62E1CFAA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506" y="1447799"/>
            <a:ext cx="5360894" cy="499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56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F462-88F8-BBC4-3FCC-A4350940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Full Basic Setup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FE8A3-CFA5-26F8-68C7-703FFC72A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Notice there is one extra line in the setup code:</a:t>
            </a:r>
          </a:p>
          <a:p>
            <a:endParaRPr lang="en-SG" dirty="0"/>
          </a:p>
          <a:p>
            <a:r>
              <a:rPr lang="en-SG" dirty="0"/>
              <a:t>This sets up the CPWMS bit in the TPM status and control register to choose between edge-aligned and centre-aligned PWM.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37926-A6A6-5C53-ED90-4A4A0DD1AD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0BF19-222E-6140-2041-372796EA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B8ABB1-0491-687C-F687-0A65A5E03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74" y="5282687"/>
            <a:ext cx="6781800" cy="1194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386171-9EC1-5EB2-6129-2B25713E8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006" y="3973146"/>
            <a:ext cx="4603988" cy="129960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29D2B1-2F68-AFA6-A89B-F56945D2E926}"/>
              </a:ext>
            </a:extLst>
          </p:cNvPr>
          <p:cNvSpPr/>
          <p:nvPr/>
        </p:nvSpPr>
        <p:spPr>
          <a:xfrm>
            <a:off x="5105400" y="3962400"/>
            <a:ext cx="457200" cy="127583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E0C42-FA62-438E-E921-281697C0E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945" y="1427882"/>
            <a:ext cx="3641910" cy="55101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13B8B0-A1E3-B845-1D50-FCEF14F39663}"/>
              </a:ext>
            </a:extLst>
          </p:cNvPr>
          <p:cNvSpPr/>
          <p:nvPr/>
        </p:nvSpPr>
        <p:spPr>
          <a:xfrm>
            <a:off x="1905000" y="1518351"/>
            <a:ext cx="3657600" cy="50499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8459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1DA0-CE19-F253-F46E-347DA1B5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PWM Outputs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4470-4C87-B4D9-7AF7-A065BED3E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now set up the PWM on PTE21, which is ALT3.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74279-33FE-9952-6E99-B6D8E9019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63266-96C5-2DA4-2F8D-F08F200D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0D563F-A6C4-7A87-648B-4AFD7397B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991619"/>
            <a:ext cx="5429880" cy="32991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2B87AA-8F94-6D1F-D687-E5C96C8DDB9A}"/>
              </a:ext>
            </a:extLst>
          </p:cNvPr>
          <p:cNvSpPr txBox="1"/>
          <p:nvPr/>
        </p:nvSpPr>
        <p:spPr>
          <a:xfrm>
            <a:off x="1066800" y="5377499"/>
            <a:ext cx="685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Not strictly necessary to set the respective pins as output, but we do so for clarity:</a:t>
            </a:r>
          </a:p>
        </p:txBody>
      </p:sp>
    </p:spTree>
    <p:extLst>
      <p:ext uri="{BB962C8B-B14F-4D97-AF65-F5344CB8AC3E}">
        <p14:creationId xmlns:p14="http://schemas.microsoft.com/office/powerpoint/2010/main" val="3800476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F447-174C-396B-C7C7-5C800FAF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PWM Outputs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CE6D-A65F-DD63-1E41-629A96014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Finally we configure the PWM channel”</a:t>
            </a:r>
          </a:p>
          <a:p>
            <a:pPr lvl="1"/>
            <a:r>
              <a:rPr lang="en-SG" dirty="0"/>
              <a:t>Table below shows the channel number for PTE21: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1EAF7-ECB6-9719-1924-957E8CCDD3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09D8E-B17A-58E2-C4EB-C835AAFD5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7DD4B-B03F-8CFB-DB9E-EC11D2110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209800"/>
            <a:ext cx="4495657" cy="397861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F87B26-80B6-D88A-A199-61AD1A159E8D}"/>
              </a:ext>
            </a:extLst>
          </p:cNvPr>
          <p:cNvSpPr/>
          <p:nvPr/>
        </p:nvSpPr>
        <p:spPr>
          <a:xfrm>
            <a:off x="2743200" y="3886200"/>
            <a:ext cx="4648200" cy="228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1706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7D70A-0CC4-BF63-3211-7AF1FA22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PWM Outputs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06622-BF4D-D4CB-EBBF-9AB2F4EDD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From the table we see we need to set up TPM1 Channel 1.</a:t>
            </a:r>
          </a:p>
          <a:p>
            <a:pPr lvl="1"/>
            <a:r>
              <a:rPr lang="en-SG" dirty="0"/>
              <a:t>We configure through the channel status and control register1 TPM1_C1SC</a:t>
            </a:r>
          </a:p>
          <a:p>
            <a:pPr lvl="1"/>
            <a:r>
              <a:rPr lang="en-SG" dirty="0"/>
              <a:t>Programmatically this is accessible via:</a:t>
            </a:r>
          </a:p>
          <a:p>
            <a:pPr lvl="2"/>
            <a:r>
              <a:rPr lang="en-SG" dirty="0"/>
              <a:t>TPM1-&gt;CONTROLS[1].</a:t>
            </a:r>
            <a:r>
              <a:rPr lang="en-SG" dirty="0" err="1"/>
              <a:t>CnSC</a:t>
            </a:r>
            <a:endParaRPr lang="en-SG" dirty="0"/>
          </a:p>
          <a:p>
            <a:pPr lvl="2"/>
            <a:endParaRPr lang="en-SG" dirty="0"/>
          </a:p>
          <a:p>
            <a:pPr lvl="1"/>
            <a:r>
              <a:rPr lang="en-SG" dirty="0"/>
              <a:t>PWM Duty Cycle is set using the TPM1_C1V, Corresponds to TPM1-&gt;CONTROL[1].</a:t>
            </a:r>
            <a:r>
              <a:rPr lang="en-SG" dirty="0" err="1"/>
              <a:t>CnV</a:t>
            </a:r>
            <a:endParaRPr lang="en-SG" dirty="0"/>
          </a:p>
          <a:p>
            <a:pPr lvl="2"/>
            <a:endParaRPr lang="en-SG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28ABB-0233-8377-8067-0EBF31E66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07667-8BFD-9DF0-58D3-4CB16B53E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7121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9FB2-5BA0-4987-231D-C32375E9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Setting Up the PWM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D6393-BC39-EBD1-F013-E5DEEB4D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set the CPWMS bit in TPM1_SC to 1, using centre-aligned PWM.</a:t>
            </a:r>
          </a:p>
          <a:p>
            <a:r>
              <a:rPr lang="en-SG" dirty="0"/>
              <a:t>We can refer to the Section 29.4.4 to see how to configure the PWM output in the </a:t>
            </a:r>
            <a:r>
              <a:rPr lang="en-SG" dirty="0" err="1"/>
              <a:t>TPMx_CnSC</a:t>
            </a:r>
            <a:r>
              <a:rPr lang="en-SG" dirty="0"/>
              <a:t> register:</a:t>
            </a:r>
          </a:p>
          <a:p>
            <a:pPr lvl="1"/>
            <a:r>
              <a:rPr lang="en-SG" dirty="0" err="1"/>
              <a:t>MSnB:MSnA</a:t>
            </a:r>
            <a:r>
              <a:rPr lang="en-SG" dirty="0"/>
              <a:t> bits set the pin mode.</a:t>
            </a:r>
          </a:p>
          <a:p>
            <a:pPr lvl="1"/>
            <a:r>
              <a:rPr lang="en-SG" dirty="0" err="1"/>
              <a:t>ELSnB:ELSnA</a:t>
            </a:r>
            <a:r>
              <a:rPr lang="en-SG" dirty="0"/>
              <a:t> bits set the pin polarity.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5352E-E877-A8A8-ABF7-DA32B0A5F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B43B2-D153-E349-291B-617EBB73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E70759-1492-3008-BE8C-5322A34B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32" y="4551417"/>
            <a:ext cx="7954485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13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2BB60-010C-FA7C-BB7E-8A886ACE0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the PWM Outputs</a:t>
            </a:r>
            <a:endParaRPr lang="en-SG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3059A1C-8D15-52D3-C6C9-D63FEA68A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5476" y="990600"/>
            <a:ext cx="2641324" cy="5486400"/>
          </a:xfrm>
        </p:spPr>
        <p:txBody>
          <a:bodyPr/>
          <a:lstStyle/>
          <a:p>
            <a:r>
              <a:rPr lang="en-SG" sz="2400" dirty="0"/>
              <a:t>With CPWMS=1, </a:t>
            </a:r>
            <a:r>
              <a:rPr lang="en-SG" sz="2400" dirty="0" err="1"/>
              <a:t>MSnB:MSnA</a:t>
            </a:r>
            <a:r>
              <a:rPr lang="en-SG" sz="2400" dirty="0"/>
              <a:t> = 0b10 sets centre PWM output.</a:t>
            </a:r>
          </a:p>
          <a:p>
            <a:r>
              <a:rPr lang="en-SG" sz="2400" dirty="0"/>
              <a:t>Setting </a:t>
            </a:r>
            <a:r>
              <a:rPr lang="en-SG" sz="2400" dirty="0" err="1"/>
              <a:t>ELSnB:ELSnA</a:t>
            </a:r>
            <a:r>
              <a:rPr lang="en-SG" sz="2400" dirty="0"/>
              <a:t> controls the polarity of the PWM signal.</a:t>
            </a:r>
          </a:p>
          <a:p>
            <a:endParaRPr lang="en-SG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22FA2-122A-5C81-3660-F7F96A16C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0779E-A3E7-C800-BA04-9377D1D04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8E4B-4D18-176D-0105-59750EC62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6" y="1066800"/>
            <a:ext cx="5699053" cy="47244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DA3937-3F9A-F027-2EEC-8707D2EA1CE2}"/>
              </a:ext>
            </a:extLst>
          </p:cNvPr>
          <p:cNvSpPr/>
          <p:nvPr/>
        </p:nvSpPr>
        <p:spPr>
          <a:xfrm>
            <a:off x="0" y="4572000"/>
            <a:ext cx="5943600" cy="1295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8282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B43F-BE0E-7DBE-FF42-7FA0641D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Choosing PWM Polarity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DB2AA-91AB-C0DD-A64E-71497009E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ELSnB:ELSnA</a:t>
            </a:r>
            <a:r>
              <a:rPr lang="en-SG" dirty="0"/>
              <a:t> = 0b10</a:t>
            </a:r>
          </a:p>
          <a:p>
            <a:pPr lvl="1"/>
            <a:r>
              <a:rPr lang="en-SG" dirty="0"/>
              <a:t>High True: Clear pin matching </a:t>
            </a:r>
            <a:r>
              <a:rPr lang="en-SG" dirty="0" err="1"/>
              <a:t>CnV</a:t>
            </a:r>
            <a:r>
              <a:rPr lang="en-SG" dirty="0"/>
              <a:t> counting up, set pin matching </a:t>
            </a:r>
            <a:r>
              <a:rPr lang="en-SG" dirty="0" err="1"/>
              <a:t>CnV</a:t>
            </a:r>
            <a:r>
              <a:rPr lang="en-SG" dirty="0"/>
              <a:t> counting down.</a:t>
            </a:r>
          </a:p>
          <a:p>
            <a:r>
              <a:rPr lang="en-SG" dirty="0" err="1"/>
              <a:t>ELSnB</a:t>
            </a:r>
            <a:r>
              <a:rPr lang="en-SG" dirty="0"/>
              <a:t>: </a:t>
            </a:r>
            <a:r>
              <a:rPr lang="en-SG" dirty="0" err="1"/>
              <a:t>ELSnA</a:t>
            </a:r>
            <a:r>
              <a:rPr lang="en-SG" dirty="0"/>
              <a:t> = 0b01</a:t>
            </a:r>
          </a:p>
          <a:p>
            <a:pPr lvl="1"/>
            <a:r>
              <a:rPr lang="en-SG" dirty="0"/>
              <a:t>Low True: Set pin matching </a:t>
            </a:r>
            <a:r>
              <a:rPr lang="en-SG" dirty="0" err="1"/>
              <a:t>CnV</a:t>
            </a:r>
            <a:r>
              <a:rPr lang="en-SG" dirty="0"/>
              <a:t> counting up, clear pin matching </a:t>
            </a:r>
            <a:r>
              <a:rPr lang="en-SG" dirty="0" err="1"/>
              <a:t>CnV</a:t>
            </a:r>
            <a:r>
              <a:rPr lang="en-SG" dirty="0"/>
              <a:t> counting 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84DE4-7995-1932-3236-8EF1324EB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751C7-23FB-F174-2900-AD99482E0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BC8E0-5AE3-6D21-B440-2396FC96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841750"/>
            <a:ext cx="3349751" cy="2635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DF789-CFDB-1819-F92F-72DAFB8619DC}"/>
              </a:ext>
            </a:extLst>
          </p:cNvPr>
          <p:cNvSpPr txBox="1"/>
          <p:nvPr/>
        </p:nvSpPr>
        <p:spPr>
          <a:xfrm>
            <a:off x="6096000" y="515937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ELSnB:ELSnA</a:t>
            </a:r>
            <a:r>
              <a:rPr lang="en-SG" dirty="0"/>
              <a:t> = 0b10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1B650-7437-06BB-C6CB-2421BA9D2640}"/>
              </a:ext>
            </a:extLst>
          </p:cNvPr>
          <p:cNvSpPr txBox="1"/>
          <p:nvPr/>
        </p:nvSpPr>
        <p:spPr>
          <a:xfrm>
            <a:off x="6096000" y="603146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 err="1"/>
              <a:t>ELSnB:ELSnA</a:t>
            </a:r>
            <a:r>
              <a:rPr lang="en-SG" dirty="0"/>
              <a:t> = 0b01</a:t>
            </a:r>
          </a:p>
        </p:txBody>
      </p:sp>
    </p:spTree>
    <p:extLst>
      <p:ext uri="{BB962C8B-B14F-4D97-AF65-F5344CB8AC3E}">
        <p14:creationId xmlns:p14="http://schemas.microsoft.com/office/powerpoint/2010/main" val="3948206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607E-9845-0828-AC23-107555A9B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Choosing PWM Polarity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3141-D5C9-014D-9E79-67F1D048F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are going to generate a conventional PWM signal (High-True Pulse), so:</a:t>
            </a:r>
          </a:p>
          <a:p>
            <a:pPr lvl="1"/>
            <a:r>
              <a:rPr lang="en-SG" dirty="0"/>
              <a:t>We clear MSB:MSA and ELSB:ELSA as usual using inversions of the masks.</a:t>
            </a:r>
          </a:p>
          <a:p>
            <a:pPr lvl="1"/>
            <a:r>
              <a:rPr lang="en-SG" dirty="0"/>
              <a:t>We set MSB=1 to give MS=10, and ELSB to 1 to give ELS=10.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B1B4E-B39B-91ED-FB9B-3B9128489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30897-B5D1-5C16-8F0E-300F677F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050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A96B-1353-C744-53A6-96D33A3F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Choosing PWM Polarity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2C7ED-A3EB-E0EA-73DA-6D4D71A90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1B850-496B-CE6F-77F3-2D6BF28BE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89AD7-791B-6AFC-FAFE-338BAD64F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90600"/>
            <a:ext cx="8153400" cy="251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9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39F2-8983-F449-8895-6387CCC1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 the PWM Value and Turning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4E402-FC1B-98A7-834C-D087CF63D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We set the PWM value for a channel n by writing to TPM1-&gt;CONTROL[1]-&gt;</a:t>
            </a:r>
            <a:r>
              <a:rPr lang="en-SG" dirty="0" err="1"/>
              <a:t>CnV</a:t>
            </a:r>
            <a:endParaRPr lang="en-SG" dirty="0"/>
          </a:p>
          <a:p>
            <a:endParaRPr lang="en-SG" dirty="0"/>
          </a:p>
          <a:p>
            <a:endParaRPr lang="en-SG" dirty="0"/>
          </a:p>
          <a:p>
            <a:pPr marL="0" indent="0">
              <a:buNone/>
            </a:pPr>
            <a:endParaRPr lang="en-SG" dirty="0"/>
          </a:p>
          <a:p>
            <a:r>
              <a:rPr lang="en-SG" dirty="0"/>
              <a:t>As before with the timer, we turn on the PWM signal by writing a 1 to the CMOD bit in TPM0_SC: 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676CB-9BB8-1DF9-7579-F9353B9ED4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1A74C-54AB-A7BE-F327-F85FD681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456F9F-FEAB-7232-5A26-F6390FF23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6096000" cy="1317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36616C-5B70-0272-0B50-159CA6E0D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257800"/>
            <a:ext cx="4800600" cy="93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46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E0D6-F24B-0452-E49E-862D7840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0E1DC-5B2A-6901-43D4-7F8D151F9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In Lab Lecture 4 we looked at the TPM module and learnt how to set up a timer.</a:t>
            </a:r>
          </a:p>
          <a:p>
            <a:r>
              <a:rPr lang="en-SG" dirty="0"/>
              <a:t>In this lecture we extended the idea to generate PWM signals.</a:t>
            </a:r>
          </a:p>
          <a:p>
            <a:r>
              <a:rPr lang="en-SG" dirty="0"/>
              <a:t>In the next lecture we will look at how to use the </a:t>
            </a:r>
            <a:r>
              <a:rPr lang="en-SG"/>
              <a:t>Analog-Digital Converter (ADC) on the MCXC444.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77726-0E23-5668-EE67-70988C9A4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DD4F8-0B31-BD06-375D-0006E4D98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5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4083633"/>
      </p:ext>
    </p:extLst>
  </p:cSld>
  <p:clrMapOvr>
    <a:masterClrMapping/>
  </p:clrMapOvr>
</p:sld>
</file>

<file path=ppt/theme/theme1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7582</TotalTime>
  <Words>972</Words>
  <Application>Microsoft Office PowerPoint</Application>
  <PresentationFormat>On-screen Show (4:3)</PresentationFormat>
  <Paragraphs>135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Cambria Math</vt:lpstr>
      <vt:lpstr>Garamond</vt:lpstr>
      <vt:lpstr>Wingdings</vt:lpstr>
      <vt:lpstr>Wingdings 2</vt:lpstr>
      <vt:lpstr>L1 - Basic of C++</vt:lpstr>
      <vt:lpstr>Edge</vt:lpstr>
      <vt:lpstr>HDOfficeLightV0</vt:lpstr>
      <vt:lpstr>CG2271 Real Time Operating Systems</vt:lpstr>
      <vt:lpstr>Introduction</vt:lpstr>
      <vt:lpstr>Introduction</vt:lpstr>
      <vt:lpstr>PWM Pin Outputs</vt:lpstr>
      <vt:lpstr>Setting up the pwm</vt:lpstr>
      <vt:lpstr>Basic TPM Setup</vt:lpstr>
      <vt:lpstr>Basic TPM Setup</vt:lpstr>
      <vt:lpstr>PWM Frequency</vt:lpstr>
      <vt:lpstr>PWM Frequency</vt:lpstr>
      <vt:lpstr>Full Basic Setup Code</vt:lpstr>
      <vt:lpstr>Full Basic Setup Code</vt:lpstr>
      <vt:lpstr>Full Basic Setup Code</vt:lpstr>
      <vt:lpstr>Setting Up the PWM Outputs</vt:lpstr>
      <vt:lpstr>Setting Up the PWM Outputs</vt:lpstr>
      <vt:lpstr>Setting Up the PWM Outputs</vt:lpstr>
      <vt:lpstr>Setting Up the PWM Outputs</vt:lpstr>
      <vt:lpstr>Setting Up the PWM Outputs</vt:lpstr>
      <vt:lpstr>Choosing PWM Polarity</vt:lpstr>
      <vt:lpstr>Choosing PWM Polarity</vt:lpstr>
      <vt:lpstr>Choosing PWM Polarity</vt:lpstr>
      <vt:lpstr>Set the PWM Value and Turning On</vt:lpstr>
      <vt:lpstr>Conclusion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Soo Yuen Jien</dc:creator>
  <cp:lastModifiedBy>Colin Tan</cp:lastModifiedBy>
  <cp:revision>310</cp:revision>
  <dcterms:created xsi:type="dcterms:W3CDTF">2009-01-07T10:53:41Z</dcterms:created>
  <dcterms:modified xsi:type="dcterms:W3CDTF">2025-09-26T04:46:58Z</dcterms:modified>
</cp:coreProperties>
</file>